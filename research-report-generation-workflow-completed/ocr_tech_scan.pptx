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2026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Briefing: VLMs • Cloud APIs • Open-Source • IDP Platforms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21, 2026  |  Snapshot date: April 20,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has dissolved into document understanding — VLMs now emit Markdown/JSON in a single forward pass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open-weight models (0.9B–7B) match or exceed frontier APIs at 100× lower cost on OmniDocBench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 price floor: $1–$2 per 1,000 pages (Mistral OCR 3, Unstructured Fast)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 reshaped by GenAI re-platforming + consolidation (UiPath+WorkFusion, Sirion+Eigen)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raw VLM inference vs. managed API vs. self-hosted pipeline vs. full IDP workflow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1: VLM-Based OCR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&amp; open-weight vision-language models doing end-to-end document parsing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2: Managed 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+ API specialists — send bytes, receive structured JSON/Markdown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D8B6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3: Open-Source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engines (Tesseract, PaddleOCR) + VLM pipelines (MinerU, Docling, olmOCR)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4: Enterprise IDP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platforms with HITL, ERP integration, and vertical specialization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1: Foundation-Model / VLM-Based OCR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GPT-5: lowest edit distance (0.02) | Claude: lowest hallucination (0.09%) | Gemini 3: cheapest Flash tier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open-weight models now beat frontier APIs: DeepSeek-OCR-2 (3B) = 91.09, PaddleOCR-VL-1.5 (0.9B) = 94.5%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dropped ~80% since 2024 via prompt caching + batch APIs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mitigation (MARINE, contextual-embedding detectors) is the new frontier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OmniDocBench v1.5 is saturated — Real5-OmniDocBench and ParseBench are successors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2: Cloud Hyperscaler &amp; Managed OCR APIs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(Textract, Doc AI, Azure) win on compliance &amp; prebuilt catalog breadth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3 redefines price: $2/1k pages ($1 Batch) — vs. Textract $65/1k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Reducto: agentic multi-pass, 99.24% clinical SLAs, $108M total funding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 v2 + Unstructured.io = RAG-optimized with Markdown/JSON + chunk IDs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are now the backbone — “classic OCR” relegated to cheap first-pass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3: Open-Source OCR Engines &amp; Libraries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2D8B6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MinerU 3.1: 95.69 on OmniDocBench v1.6 — top overall, relicensed Apache (Apr 2026)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2.90 (IBM/MIT): commercial-safest choice with pluggable VLMs and weekly releases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olmOCR-2 (7B, Apache-2.0): beats Marker &amp; MinerU on olmOCR-Bench; GRPO RL training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is first-class: MIT/Apache = safe | GPL (Marker/Surya) = Datalab license needed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tier (Tesseract, PaddleOCR, RapidOCR) still valuable for CPU/edge/air-gapped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4: IDP Platforms &amp; Vertical Specialists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MQ Leaders (2025): Hyperscience, ABBYY, Tungsten, UiPath, Infrrd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replaced by prompt-tunable LLM/VLM extraction across the 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wave: UiPath+WorkFusion, Sirion+Eigen, SER+Klippa, AlphaSense+Tegus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shifting from accuracy (commoditizing) to workflow, HITL, governance, ERP depth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Verticals: Veryfi (receipts), Mathpix (STEM), Ocrolus (lending), Jumio (identity/deepfakes)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 — Top Tools by Category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920240"/>
                <a:gridCol w="164592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(~2026)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/ GPT-5.4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edit distance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$1.75/$14 per 1M 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hallucination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$3/$15 per 1M 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Flash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frontier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vision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DeepSeek-OCR-2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VLM (3B)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small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~$0.15/1M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OCR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specialist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 handwriting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$2/1k 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99.24% clinical SLA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$0.015/page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MinerU 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95.69 OmniDocBench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 2.90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MIT, pluggable VLMs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Gov-grade ORCA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$250k–$1M+/yr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Rossum Aurora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Template-free T-LLM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$1,500/mo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by Use Case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(self-hosted)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(MIT) or MinerU (Apache) + RapidOCR fallback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(pay-per-page)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482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3 ($2/1k) or LlamaParse v2; Reducto for 99%+ SLA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Invoice/PO extraction at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98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Rossum Aurora or SAP Doc AI; Veryfi for mobile receipts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air-gapped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47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(ORCA VLM) or ABBYY Vantage 3.0 on-prem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cost, single GPU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DeepSeek-OCR-2 (3B) or PaddleOCR-VL-1.5 (0.9B)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research streams run on 2026-04-20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OmniDocBench v1.5/v1.6, olmOCR-Bench, CC-OCR, OCRBench v2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published vendor rate cards; enterprise-quote-only noted where applicable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CodeSOTA, Gartner MQ (Sept 2025), vendor GitHub repos, arXiv papers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 figures should be verified before procurement decisions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Executive Distribution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Technology Scan — 2026</dc:title>
  <dc:subject>PptxGenJS Presentation</dc:subject>
  <dc:creator>Research Team</dc:creator>
  <cp:lastModifiedBy>Research Team</cp:lastModifiedBy>
  <cp:revision>1</cp:revision>
  <dcterms:created xsi:type="dcterms:W3CDTF">2026-04-28T08:22:23Z</dcterms:created>
  <dcterms:modified xsi:type="dcterms:W3CDTF">2026-04-28T08:22:23Z</dcterms:modified>
</cp:coreProperties>
</file>